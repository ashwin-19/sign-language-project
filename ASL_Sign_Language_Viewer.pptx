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6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57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29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71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828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57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29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86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943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00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580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72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6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4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371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828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2860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43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00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14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20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29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486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43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400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8580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315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72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229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686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57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14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371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828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2860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743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00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657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114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5720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486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943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400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80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315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772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229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686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57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14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71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828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860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43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200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114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5720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029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486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943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400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8580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315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7772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229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686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57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14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371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828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2860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743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200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657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114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5720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029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486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943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400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8580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15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772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29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686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57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914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371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828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22860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743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200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657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114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5720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029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86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943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400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315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772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29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686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57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14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371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828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860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743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200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657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114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720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029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943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400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8580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315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772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229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686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57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14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1371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828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2860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743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00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657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114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5720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029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486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43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6400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8580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315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772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8229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8686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57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914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371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828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2860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2743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200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3657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114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5720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029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486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943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400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8580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7315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7772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229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686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548640" y="1371600"/>
            <a:ext cx="64008" cy="2377440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777240" y="1325880"/>
            <a:ext cx="1645920" cy="320040"/>
          </a:xfrm>
          <a:prstGeom prst="roundRect">
            <a:avLst>
              <a:gd name="adj" fmla="val 42857"/>
            </a:avLst>
          </a:prstGeom>
          <a:solidFill>
            <a:srgbClr val="7C6DFA">
              <a:alpha val="20000"/>
            </a:srgbClr>
          </a:solidFill>
          <a:ln w="635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/>
          <p:nvPr/>
        </p:nvSpPr>
        <p:spPr>
          <a:xfrm>
            <a:off x="77724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C6DFA"/>
                </a:solidFill>
              </a:rPr>
              <a:t>ASL PROJECT</a:t>
            </a:r>
            <a:endParaRPr lang="en-US" sz="900" dirty="0"/>
          </a:p>
        </p:txBody>
      </p:sp>
      <p:sp>
        <p:nvSpPr>
          <p:cNvPr id="225" name="Text 223"/>
          <p:cNvSpPr/>
          <p:nvPr/>
        </p:nvSpPr>
        <p:spPr>
          <a:xfrm>
            <a:off x="777240" y="16916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0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 Sign Language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0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</a:t>
            </a:r>
            <a:endParaRPr lang="en-US" sz="4400" dirty="0"/>
          </a:p>
        </p:txBody>
      </p:sp>
      <p:sp>
        <p:nvSpPr>
          <p:cNvPr id="226" name="Text 224"/>
          <p:cNvSpPr/>
          <p:nvPr/>
        </p:nvSpPr>
        <p:spPr>
          <a:xfrm>
            <a:off x="77724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9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spoken audio into sign language — word by word</a:t>
            </a:r>
            <a:endParaRPr lang="en-US" sz="1400" dirty="0"/>
          </a:p>
        </p:txBody>
      </p:sp>
      <p:sp>
        <p:nvSpPr>
          <p:cNvPr id="227" name="Shape 225"/>
          <p:cNvSpPr/>
          <p:nvPr/>
        </p:nvSpPr>
        <p:spPr>
          <a:xfrm>
            <a:off x="777240" y="3977640"/>
            <a:ext cx="3200400" cy="640080"/>
          </a:xfrm>
          <a:prstGeom prst="rect">
            <a:avLst/>
          </a:prstGeom>
          <a:solidFill>
            <a:srgbClr val="1A1A38"/>
          </a:solidFill>
          <a:ln w="6350">
            <a:solidFill>
              <a:srgbClr val="2A2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226"/>
          <p:cNvSpPr/>
          <p:nvPr/>
        </p:nvSpPr>
        <p:spPr>
          <a:xfrm>
            <a:off x="77724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Presented by  </a:t>
            </a:r>
            <a:r>
              <a:rPr lang="en-US" sz="1300" b="1" dirty="0">
                <a:solidFill>
                  <a:srgbClr val="F0EEFF"/>
                </a:solidFill>
              </a:rPr>
              <a:t>Ragavi, Ashwin &amp; Omprakash</a:t>
            </a:r>
            <a:endParaRPr lang="en-US" sz="1100" dirty="0"/>
          </a:p>
        </p:txBody>
      </p:sp>
      <p:sp>
        <p:nvSpPr>
          <p:cNvPr id="229" name="Text 227"/>
          <p:cNvSpPr/>
          <p:nvPr/>
        </p:nvSpPr>
        <p:spPr>
          <a:xfrm>
            <a:off x="6217920" y="109728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6DF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we helping?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64008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6D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466M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77"/>
                </a:solidFill>
              </a:rPr>
              <a:t>people worldwide have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77"/>
                </a:solidFill>
              </a:rPr>
              <a:t>disabling hearing loss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5176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FA6D9A"/>
          </a:solidFill>
          <a:ln w="12700">
            <a:solidFill>
              <a:srgbClr val="FA6D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🗣️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00400" y="2148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A6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77"/>
                </a:solidFill>
              </a:rPr>
              <a:t>people in India 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77"/>
                </a:solidFill>
              </a:rPr>
              <a:t>deaf or hard of hearing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📢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035040" y="2148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03504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77"/>
                </a:solidFill>
              </a:rPr>
              <a:t>existing free tools that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77"/>
                </a:solidFill>
              </a:rPr>
              <a:t>work offline automatically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EEFF"/>
                </a:solidFill>
              </a:rPr>
              <a:t>💡  Existing solutions need human interpreters or expensive software. There is no free, automatic tool.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29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71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828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57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29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86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943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00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580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72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6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4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371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828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2860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43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00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14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20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29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486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43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400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8580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315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72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229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686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57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14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371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828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2860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743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00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657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114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5720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486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943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400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80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315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772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229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686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57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14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71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828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860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43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200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114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5720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029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486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943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400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8580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315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7772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229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686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57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14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371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828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2860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743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200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657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114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5720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029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486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943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400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8580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15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772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29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686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57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914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371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828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22860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743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200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657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114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5720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029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86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943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400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315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772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29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686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57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14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371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828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860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743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200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657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114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720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029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943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400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8580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315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772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229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686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57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14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1371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828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2860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743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00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657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114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5720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029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486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43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6400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8580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315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772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8229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8686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57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914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828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2860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2743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3657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114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5720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029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486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943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400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8580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7315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7772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229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686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6DFA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223" name="Text 22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project does</a:t>
            </a:r>
            <a:endParaRPr lang="en-US" sz="3400" dirty="0"/>
          </a:p>
        </p:txBody>
      </p:sp>
      <p:sp>
        <p:nvSpPr>
          <p:cNvPr id="224" name="Shape 222"/>
          <p:cNvSpPr/>
          <p:nvPr/>
        </p:nvSpPr>
        <p:spPr>
          <a:xfrm>
            <a:off x="457200" y="1371600"/>
            <a:ext cx="1874520" cy="2468880"/>
          </a:xfrm>
          <a:prstGeom prst="rect">
            <a:avLst/>
          </a:prstGeom>
          <a:solidFill>
            <a:srgbClr val="1A1A38"/>
          </a:solidFill>
          <a:ln w="6350">
            <a:solidFill>
              <a:srgbClr val="2A2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1143000" y="1261872"/>
            <a:ext cx="502920" cy="502920"/>
          </a:xfrm>
          <a:prstGeom prst="ellipse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24"/>
          <p:cNvSpPr/>
          <p:nvPr/>
        </p:nvSpPr>
        <p:spPr>
          <a:xfrm>
            <a:off x="114300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F"/>
                </a:solidFill>
              </a:rPr>
              <a:t>1</a:t>
            </a:r>
            <a:endParaRPr lang="en-US" sz="1300" dirty="0"/>
          </a:p>
        </p:txBody>
      </p:sp>
      <p:sp>
        <p:nvSpPr>
          <p:cNvPr id="227" name="Text 225"/>
          <p:cNvSpPr/>
          <p:nvPr/>
        </p:nvSpPr>
        <p:spPr>
          <a:xfrm>
            <a:off x="457200" y="15087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🎙️</a:t>
            </a:r>
            <a:endParaRPr lang="en-US" sz="3000" dirty="0"/>
          </a:p>
        </p:txBody>
      </p:sp>
      <p:sp>
        <p:nvSpPr>
          <p:cNvPr id="228" name="Text 226"/>
          <p:cNvSpPr/>
          <p:nvPr/>
        </p:nvSpPr>
        <p:spPr>
          <a:xfrm>
            <a:off x="45720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FA"/>
                </a:solidFill>
              </a:rPr>
              <a:t>Upload Audio</a:t>
            </a:r>
            <a:endParaRPr lang="en-US" sz="1300" dirty="0"/>
          </a:p>
        </p:txBody>
      </p:sp>
      <p:sp>
        <p:nvSpPr>
          <p:cNvPr id="229" name="Text 227"/>
          <p:cNvSpPr/>
          <p:nvPr/>
        </p:nvSpPr>
        <p:spPr>
          <a:xfrm>
            <a:off x="457200" y="25420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Pick any .mp3 or .wav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file with one click</a:t>
            </a:r>
            <a:endParaRPr lang="en-US" sz="1100" dirty="0"/>
          </a:p>
        </p:txBody>
      </p:sp>
      <p:sp>
        <p:nvSpPr>
          <p:cNvPr id="230" name="Text 228"/>
          <p:cNvSpPr/>
          <p:nvPr/>
        </p:nvSpPr>
        <p:spPr>
          <a:xfrm>
            <a:off x="2331720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6DFA"/>
                </a:solidFill>
              </a:rPr>
              <a:t>→</a:t>
            </a:r>
            <a:endParaRPr lang="en-US" sz="1800" dirty="0"/>
          </a:p>
        </p:txBody>
      </p:sp>
      <p:sp>
        <p:nvSpPr>
          <p:cNvPr id="231" name="Shape 229"/>
          <p:cNvSpPr/>
          <p:nvPr/>
        </p:nvSpPr>
        <p:spPr>
          <a:xfrm>
            <a:off x="2542032" y="1371600"/>
            <a:ext cx="1874520" cy="2468880"/>
          </a:xfrm>
          <a:prstGeom prst="rect">
            <a:avLst/>
          </a:prstGeom>
          <a:solidFill>
            <a:srgbClr val="1A1A38"/>
          </a:solidFill>
          <a:ln w="6350">
            <a:solidFill>
              <a:srgbClr val="2A2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3227832" y="1261872"/>
            <a:ext cx="502920" cy="502920"/>
          </a:xfrm>
          <a:prstGeom prst="ellipse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231"/>
          <p:cNvSpPr/>
          <p:nvPr/>
        </p:nvSpPr>
        <p:spPr>
          <a:xfrm>
            <a:off x="322783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F"/>
                </a:solidFill>
              </a:rPr>
              <a:t>2</a:t>
            </a:r>
            <a:endParaRPr lang="en-US" sz="1300" dirty="0"/>
          </a:p>
        </p:txBody>
      </p:sp>
      <p:sp>
        <p:nvSpPr>
          <p:cNvPr id="234" name="Text 232"/>
          <p:cNvSpPr/>
          <p:nvPr/>
        </p:nvSpPr>
        <p:spPr>
          <a:xfrm>
            <a:off x="2542032" y="15087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35" name="Text 233"/>
          <p:cNvSpPr/>
          <p:nvPr/>
        </p:nvSpPr>
        <p:spPr>
          <a:xfrm>
            <a:off x="2542032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FA"/>
                </a:solidFill>
              </a:rPr>
              <a:t>AI Transcribes</a:t>
            </a:r>
            <a:endParaRPr lang="en-US" sz="1300" dirty="0"/>
          </a:p>
        </p:txBody>
      </p:sp>
      <p:sp>
        <p:nvSpPr>
          <p:cNvPr id="236" name="Text 234"/>
          <p:cNvSpPr/>
          <p:nvPr/>
        </p:nvSpPr>
        <p:spPr>
          <a:xfrm>
            <a:off x="2542032" y="25420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Whisper AI converts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speech to text</a:t>
            </a:r>
            <a:endParaRPr lang="en-US" sz="1100" dirty="0"/>
          </a:p>
        </p:txBody>
      </p:sp>
      <p:sp>
        <p:nvSpPr>
          <p:cNvPr id="237" name="Text 235"/>
          <p:cNvSpPr/>
          <p:nvPr/>
        </p:nvSpPr>
        <p:spPr>
          <a:xfrm>
            <a:off x="4416552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6DFA"/>
                </a:solidFill>
              </a:rPr>
              <a:t>→</a:t>
            </a:r>
            <a:endParaRPr lang="en-US" sz="1800" dirty="0"/>
          </a:p>
        </p:txBody>
      </p:sp>
      <p:sp>
        <p:nvSpPr>
          <p:cNvPr id="238" name="Shape 236"/>
          <p:cNvSpPr/>
          <p:nvPr/>
        </p:nvSpPr>
        <p:spPr>
          <a:xfrm>
            <a:off x="4626864" y="1371600"/>
            <a:ext cx="1874520" cy="2468880"/>
          </a:xfrm>
          <a:prstGeom prst="rect">
            <a:avLst/>
          </a:prstGeom>
          <a:solidFill>
            <a:srgbClr val="1A1A38"/>
          </a:solidFill>
          <a:ln w="6350">
            <a:solidFill>
              <a:srgbClr val="2A2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5312664" y="1261872"/>
            <a:ext cx="502920" cy="502920"/>
          </a:xfrm>
          <a:prstGeom prst="ellipse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 238"/>
          <p:cNvSpPr/>
          <p:nvPr/>
        </p:nvSpPr>
        <p:spPr>
          <a:xfrm>
            <a:off x="5312664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F"/>
                </a:solidFill>
              </a:rPr>
              <a:t>3</a:t>
            </a:r>
            <a:endParaRPr lang="en-US" sz="1300" dirty="0"/>
          </a:p>
        </p:txBody>
      </p:sp>
      <p:sp>
        <p:nvSpPr>
          <p:cNvPr id="241" name="Text 239"/>
          <p:cNvSpPr/>
          <p:nvPr/>
        </p:nvSpPr>
        <p:spPr>
          <a:xfrm>
            <a:off x="4626864" y="15087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🃏</a:t>
            </a:r>
            <a:endParaRPr lang="en-US" sz="3000" dirty="0"/>
          </a:p>
        </p:txBody>
      </p:sp>
      <p:sp>
        <p:nvSpPr>
          <p:cNvPr id="242" name="Text 240"/>
          <p:cNvSpPr/>
          <p:nvPr/>
        </p:nvSpPr>
        <p:spPr>
          <a:xfrm>
            <a:off x="4626864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FA"/>
                </a:solidFill>
              </a:rPr>
              <a:t>Word Cards</a:t>
            </a:r>
            <a:endParaRPr lang="en-US" sz="1300" dirty="0"/>
          </a:p>
        </p:txBody>
      </p:sp>
      <p:sp>
        <p:nvSpPr>
          <p:cNvPr id="243" name="Text 241"/>
          <p:cNvSpPr/>
          <p:nvPr/>
        </p:nvSpPr>
        <p:spPr>
          <a:xfrm>
            <a:off x="4626864" y="25420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Every word becomes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a clickable card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6501384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6DFA"/>
                </a:solidFill>
              </a:rPr>
              <a:t>→</a:t>
            </a:r>
            <a:endParaRPr lang="en-US" sz="1800" dirty="0"/>
          </a:p>
        </p:txBody>
      </p:sp>
      <p:sp>
        <p:nvSpPr>
          <p:cNvPr id="245" name="Shape 243"/>
          <p:cNvSpPr/>
          <p:nvPr/>
        </p:nvSpPr>
        <p:spPr>
          <a:xfrm>
            <a:off x="6711696" y="1371600"/>
            <a:ext cx="1874520" cy="2468880"/>
          </a:xfrm>
          <a:prstGeom prst="rect">
            <a:avLst/>
          </a:prstGeom>
          <a:solidFill>
            <a:srgbClr val="1A1A38"/>
          </a:solidFill>
          <a:ln w="6350">
            <a:solidFill>
              <a:srgbClr val="2A2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397496" y="1261872"/>
            <a:ext cx="502920" cy="502920"/>
          </a:xfrm>
          <a:prstGeom prst="ellipse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245"/>
          <p:cNvSpPr/>
          <p:nvPr/>
        </p:nvSpPr>
        <p:spPr>
          <a:xfrm>
            <a:off x="7397496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F"/>
                </a:solidFill>
              </a:rPr>
              <a:t>4</a:t>
            </a:r>
            <a:endParaRPr lang="en-US" sz="1300" dirty="0"/>
          </a:p>
        </p:txBody>
      </p:sp>
      <p:sp>
        <p:nvSpPr>
          <p:cNvPr id="248" name="Text 246"/>
          <p:cNvSpPr/>
          <p:nvPr/>
        </p:nvSpPr>
        <p:spPr>
          <a:xfrm>
            <a:off x="6711696" y="15087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🤟</a:t>
            </a:r>
            <a:endParaRPr lang="en-US" sz="3000" dirty="0"/>
          </a:p>
        </p:txBody>
      </p:sp>
      <p:sp>
        <p:nvSpPr>
          <p:cNvPr id="249" name="Text 247"/>
          <p:cNvSpPr/>
          <p:nvPr/>
        </p:nvSpPr>
        <p:spPr>
          <a:xfrm>
            <a:off x="6711696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FA"/>
                </a:solidFill>
              </a:rPr>
              <a:t>See the Sign</a:t>
            </a:r>
            <a:endParaRPr lang="en-US" sz="1300" dirty="0"/>
          </a:p>
        </p:txBody>
      </p:sp>
      <p:sp>
        <p:nvSpPr>
          <p:cNvPr id="250" name="Text 248"/>
          <p:cNvSpPr/>
          <p:nvPr/>
        </p:nvSpPr>
        <p:spPr>
          <a:xfrm>
            <a:off x="6711696" y="25420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Click a card → ASL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94CC"/>
                </a:solidFill>
              </a:rPr>
              <a:t>GIF appears instantly</a:t>
            </a:r>
            <a:endParaRPr lang="en-US" sz="1100" dirty="0"/>
          </a:p>
        </p:txBody>
      </p:sp>
      <p:sp>
        <p:nvSpPr>
          <p:cNvPr id="251" name="Shape 249"/>
          <p:cNvSpPr/>
          <p:nvPr/>
        </p:nvSpPr>
        <p:spPr>
          <a:xfrm>
            <a:off x="457200" y="4041648"/>
            <a:ext cx="8229600" cy="777240"/>
          </a:xfrm>
          <a:prstGeom prst="rect">
            <a:avLst/>
          </a:prstGeom>
          <a:solidFill>
            <a:srgbClr val="1A1A38"/>
          </a:solidFill>
          <a:ln w="6350">
            <a:solidFill>
              <a:srgbClr val="2A2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Text 250"/>
          <p:cNvSpPr/>
          <p:nvPr/>
        </p:nvSpPr>
        <p:spPr>
          <a:xfrm>
            <a:off x="457200" y="40416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9E75"/>
                </a:solidFill>
              </a:rPr>
              <a:t>✅  No server required  ·  Works offline after first run  ·  Entirely free  ·  Single Python file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6DFA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Libraries used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206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64008" cy="914400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98448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DFA"/>
                </a:solidFill>
              </a:rPr>
              <a:t>Whisper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27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Speech-to-text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810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</a:rPr>
              <a:t>By OpenAI — same tech behind YouTube captions. Converts audio to text with high accuracy.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206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298448"/>
            <a:ext cx="64008" cy="914400"/>
          </a:xfrm>
          <a:prstGeom prst="rect">
            <a:avLst/>
          </a:prstGeom>
          <a:solidFill>
            <a:srgbClr val="FA6D9A"/>
          </a:solidFill>
          <a:ln w="12700">
            <a:solidFill>
              <a:srgbClr val="FA6D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0328" y="1298448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6D9A"/>
                </a:solidFill>
              </a:rPr>
              <a:t>Python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627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1810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</a:rPr>
              <a:t>The entire project is written in a single Python file. Simple, clean, beginner-friendly.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4206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64008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350008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tkinter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679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File picker UI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28620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</a:rPr>
              <a:t>Built into Python. Opens the native Mac file picker so users can select audio files easily.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350008"/>
            <a:ext cx="4206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2350008"/>
            <a:ext cx="64008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0328" y="2350008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3212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HTML + JS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679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Webpage output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28620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</a:rPr>
              <a:t>The sign language page is generated as a data: URL — no server or internet hosting needed.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01568"/>
            <a:ext cx="4206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401568"/>
            <a:ext cx="64008" cy="9144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3401568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97280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</a:rPr>
              <a:t>ffmpeg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3730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Audio decoder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39136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</a:rPr>
              <a:t>Industry-standard tool used by YouTube and VLC. Whisper uses it to read audio files.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401568"/>
            <a:ext cx="4206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3401568"/>
            <a:ext cx="64008" cy="9144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10328" y="3401568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532120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DD2"/>
                </a:solidFill>
              </a:rPr>
              <a:t>ASL Dictionary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3730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Sign GIF source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39136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</a:rPr>
              <a:t>Free online ASL dictionaries provide GIFs for each word — loaded live when you click a card.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6DFA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project can 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6060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06040" cy="54864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🎙️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DFA"/>
                </a:solidFill>
              </a:rPr>
              <a:t>Any audio 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7393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</a:rPr>
              <a:t>Supports .mp3, .wav, .m4a, .ogg, .flac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98448"/>
            <a:ext cx="26060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606040" cy="54864"/>
          </a:xfrm>
          <a:prstGeom prst="rect">
            <a:avLst/>
          </a:prstGeom>
          <a:solidFill>
            <a:srgbClr val="FA6D9A"/>
          </a:solidFill>
          <a:ln w="12700">
            <a:solidFill>
              <a:srgbClr val="FA6D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389888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862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6D9A"/>
                </a:solidFill>
              </a:rPr>
              <a:t>Auto captions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177393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</a:rPr>
              <a:t>Full transcript shown at the top of the 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98448"/>
            <a:ext cx="26060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26060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389888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Search words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177393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</a:rPr>
              <a:t>Filter all word cards instantly by typing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15768"/>
            <a:ext cx="26060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715768"/>
            <a:ext cx="26060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807208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🤟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5156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ASL GIF per word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1912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</a:rPr>
              <a:t>Click a card — sign appears right on the page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715768"/>
            <a:ext cx="26060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2715768"/>
            <a:ext cx="2606040" cy="54864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0" y="2807208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88620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DFA"/>
                </a:solidFill>
              </a:rPr>
              <a:t>File picker UI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86200" y="31912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</a:rPr>
              <a:t>No typing file paths — just click and select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715768"/>
            <a:ext cx="26060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2715768"/>
            <a:ext cx="2606040" cy="54864"/>
          </a:xfrm>
          <a:prstGeom prst="rect">
            <a:avLst/>
          </a:prstGeom>
          <a:solidFill>
            <a:srgbClr val="FA6D9A"/>
          </a:solidFill>
          <a:ln w="12700">
            <a:solidFill>
              <a:srgbClr val="FA6D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2807208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72084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6D9A"/>
                </a:solidFill>
              </a:rPr>
              <a:t>No server needed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1912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</a:rPr>
              <a:t>Opens in browser using data: URL encoding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296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46634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71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828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57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29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86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943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00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580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724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6800" y="93268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4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371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828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2860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43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00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14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20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29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486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43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400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8580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3152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724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2296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686800" y="139903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57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14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371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828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2860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743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00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657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114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5720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486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943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400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80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3152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7724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2296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686800" y="186537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57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14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71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828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860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43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200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114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5720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029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486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943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400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8580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3152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77724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2296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686800" y="233172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57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14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371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828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2860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743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200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657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114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5720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029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486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943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400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8580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152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7724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296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686800" y="2798064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57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914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371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828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22860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743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200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657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114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5720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029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86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943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400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3152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7724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296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686800" y="3264408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57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14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371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828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860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743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200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657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114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720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029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943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400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8580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3152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7724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2296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686800" y="3730752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57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14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1371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828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2860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743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00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657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114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5720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029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486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43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6400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8580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3152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7724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82296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8686800" y="4197096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57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914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828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2860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2743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3657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114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5720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029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486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943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400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8580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73152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77724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2296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686800" y="4663440"/>
            <a:ext cx="36576" cy="3657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6DFA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223" name="Text 22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be added next</a:t>
            </a:r>
            <a:endParaRPr lang="en-US" sz="3200" dirty="0"/>
          </a:p>
        </p:txBody>
      </p:sp>
      <p:sp>
        <p:nvSpPr>
          <p:cNvPr id="224" name="Shape 222"/>
          <p:cNvSpPr/>
          <p:nvPr/>
        </p:nvSpPr>
        <p:spPr>
          <a:xfrm>
            <a:off x="365760" y="1371600"/>
            <a:ext cx="3977640" cy="1261872"/>
          </a:xfrm>
          <a:prstGeom prst="rect">
            <a:avLst/>
          </a:prstGeom>
          <a:solidFill>
            <a:srgbClr val="1A1A38"/>
          </a:solidFill>
          <a:ln w="8890">
            <a:solidFill>
              <a:srgbClr val="7C6D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365760" y="1371600"/>
            <a:ext cx="3977640" cy="54864"/>
          </a:xfrm>
          <a:prstGeom prst="rect">
            <a:avLst/>
          </a:prstGeom>
          <a:solidFill>
            <a:srgbClr val="7C6DFA"/>
          </a:solidFill>
          <a:ln w="1270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24"/>
          <p:cNvSpPr/>
          <p:nvPr/>
        </p:nvSpPr>
        <p:spPr>
          <a:xfrm>
            <a:off x="365760" y="146304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227" name="Text 225"/>
          <p:cNvSpPr/>
          <p:nvPr/>
        </p:nvSpPr>
        <p:spPr>
          <a:xfrm>
            <a:off x="1170432" y="1536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6DFA"/>
                </a:solidFill>
              </a:rPr>
              <a:t>Live microphone input</a:t>
            </a:r>
            <a:endParaRPr lang="en-US" sz="1400" dirty="0"/>
          </a:p>
        </p:txBody>
      </p:sp>
      <p:sp>
        <p:nvSpPr>
          <p:cNvPr id="228" name="Text 226"/>
          <p:cNvSpPr/>
          <p:nvPr/>
        </p:nvSpPr>
        <p:spPr>
          <a:xfrm>
            <a:off x="1170432" y="18745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CC"/>
                </a:solidFill>
              </a:rPr>
              <a:t>Instead of uploading a file, speak directly into the mic and see signs in real time.</a:t>
            </a:r>
            <a:endParaRPr lang="en-US" sz="1200" dirty="0"/>
          </a:p>
        </p:txBody>
      </p:sp>
      <p:sp>
        <p:nvSpPr>
          <p:cNvPr id="229" name="Shape 227"/>
          <p:cNvSpPr/>
          <p:nvPr/>
        </p:nvSpPr>
        <p:spPr>
          <a:xfrm>
            <a:off x="4709160" y="1371600"/>
            <a:ext cx="3977640" cy="1261872"/>
          </a:xfrm>
          <a:prstGeom prst="rect">
            <a:avLst/>
          </a:prstGeom>
          <a:solidFill>
            <a:srgbClr val="1A1A38"/>
          </a:solidFill>
          <a:ln w="8890">
            <a:solidFill>
              <a:srgbClr val="FA6D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4709160" y="1371600"/>
            <a:ext cx="3977640" cy="54864"/>
          </a:xfrm>
          <a:prstGeom prst="rect">
            <a:avLst/>
          </a:prstGeom>
          <a:solidFill>
            <a:srgbClr val="FA6D9A"/>
          </a:solidFill>
          <a:ln w="12700">
            <a:solidFill>
              <a:srgbClr val="FA6D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Text 229"/>
          <p:cNvSpPr/>
          <p:nvPr/>
        </p:nvSpPr>
        <p:spPr>
          <a:xfrm>
            <a:off x="4709160" y="146304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🇮🇳</a:t>
            </a:r>
            <a:endParaRPr lang="en-US" sz="2800" dirty="0"/>
          </a:p>
        </p:txBody>
      </p:sp>
      <p:sp>
        <p:nvSpPr>
          <p:cNvPr id="232" name="Text 230"/>
          <p:cNvSpPr/>
          <p:nvPr/>
        </p:nvSpPr>
        <p:spPr>
          <a:xfrm>
            <a:off x="5513832" y="1536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6D9A"/>
                </a:solidFill>
              </a:rPr>
              <a:t>Indian Sign Language</a:t>
            </a:r>
            <a:endParaRPr lang="en-US" sz="1400" dirty="0"/>
          </a:p>
        </p:txBody>
      </p:sp>
      <p:sp>
        <p:nvSpPr>
          <p:cNvPr id="233" name="Text 231"/>
          <p:cNvSpPr/>
          <p:nvPr/>
        </p:nvSpPr>
        <p:spPr>
          <a:xfrm>
            <a:off x="5513832" y="18745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CC"/>
                </a:solidFill>
              </a:rPr>
              <a:t>Switch from ASL to ISL — more relevant for our country and deaf community in India.</a:t>
            </a:r>
            <a:endParaRPr lang="en-US" sz="1200" dirty="0"/>
          </a:p>
        </p:txBody>
      </p:sp>
      <p:sp>
        <p:nvSpPr>
          <p:cNvPr id="234" name="Shape 232"/>
          <p:cNvSpPr/>
          <p:nvPr/>
        </p:nvSpPr>
        <p:spPr>
          <a:xfrm>
            <a:off x="365760" y="2834640"/>
            <a:ext cx="3977640" cy="1261872"/>
          </a:xfrm>
          <a:prstGeom prst="rect">
            <a:avLst/>
          </a:prstGeom>
          <a:solidFill>
            <a:srgbClr val="1A1A38"/>
          </a:solidFill>
          <a:ln w="889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365760" y="2834640"/>
            <a:ext cx="39776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234"/>
          <p:cNvSpPr/>
          <p:nvPr/>
        </p:nvSpPr>
        <p:spPr>
          <a:xfrm>
            <a:off x="365760" y="292608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▶️</a:t>
            </a:r>
            <a:endParaRPr lang="en-US" sz="2800" dirty="0"/>
          </a:p>
        </p:txBody>
      </p:sp>
      <p:sp>
        <p:nvSpPr>
          <p:cNvPr id="237" name="Text 235"/>
          <p:cNvSpPr/>
          <p:nvPr/>
        </p:nvSpPr>
        <p:spPr>
          <a:xfrm>
            <a:off x="1170432" y="2999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</a:rPr>
              <a:t>Auto-play mode</a:t>
            </a:r>
            <a:endParaRPr lang="en-US" sz="1400" dirty="0"/>
          </a:p>
        </p:txBody>
      </p:sp>
      <p:sp>
        <p:nvSpPr>
          <p:cNvPr id="238" name="Text 236"/>
          <p:cNvSpPr/>
          <p:nvPr/>
        </p:nvSpPr>
        <p:spPr>
          <a:xfrm>
            <a:off x="1170432" y="33375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CC"/>
                </a:solidFill>
              </a:rPr>
              <a:t>Signs play automatically one by one in sync with the audio, like a real interpreter.</a:t>
            </a:r>
            <a:endParaRPr lang="en-US" sz="1200" dirty="0"/>
          </a:p>
        </p:txBody>
      </p:sp>
      <p:sp>
        <p:nvSpPr>
          <p:cNvPr id="239" name="Shape 237"/>
          <p:cNvSpPr/>
          <p:nvPr/>
        </p:nvSpPr>
        <p:spPr>
          <a:xfrm>
            <a:off x="4709160" y="2834640"/>
            <a:ext cx="3977640" cy="1261872"/>
          </a:xfrm>
          <a:prstGeom prst="rect">
            <a:avLst/>
          </a:prstGeom>
          <a:solidFill>
            <a:srgbClr val="1A1A38"/>
          </a:solidFill>
          <a:ln w="889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4709160" y="2834640"/>
            <a:ext cx="39776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Text 239"/>
          <p:cNvSpPr/>
          <p:nvPr/>
        </p:nvSpPr>
        <p:spPr>
          <a:xfrm>
            <a:off x="4709160" y="292608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42" name="Text 240"/>
          <p:cNvSpPr/>
          <p:nvPr/>
        </p:nvSpPr>
        <p:spPr>
          <a:xfrm>
            <a:off x="5513832" y="2999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243" name="Text 241"/>
          <p:cNvSpPr/>
          <p:nvPr/>
        </p:nvSpPr>
        <p:spPr>
          <a:xfrm>
            <a:off x="5513832" y="33375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CC"/>
                </a:solidFill>
              </a:rPr>
              <a:t>Convert the project into an Android/iOS app so it works on phones anywhere.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296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46634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71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828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57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29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86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943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00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580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724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6800" y="93268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4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371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828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2860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43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00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14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20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29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486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43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400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8580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3152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724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2296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686800" y="139903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57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14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371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828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2860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743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00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657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114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5720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486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943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400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80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3152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7724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2296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686800" y="186537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57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14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71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828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860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43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200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114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5720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029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486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943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400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8580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3152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77724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2296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686800" y="23317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57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14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371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828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2860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743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200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657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114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5720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029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486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943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400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8580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152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7724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296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686800" y="279806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57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914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371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828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22860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743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200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657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114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5720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029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86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943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400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3152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7724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296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686800" y="3264408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57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14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371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828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860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743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200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657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114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720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029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943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400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8580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3152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7724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2296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686800" y="3730752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57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14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1371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828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2860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743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00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657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114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5720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029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486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43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6400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8580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3152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7724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82296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8686800" y="4197096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57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914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371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828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2860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2743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200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3657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114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5720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029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486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943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400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8580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73152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77724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2296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686800" y="46634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/>
          <p:nvPr/>
        </p:nvSpPr>
        <p:spPr>
          <a:xfrm>
            <a:off x="3017520" y="4572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0" dirty="0"/>
          </a:p>
        </p:txBody>
      </p:sp>
      <p:sp>
        <p:nvSpPr>
          <p:cNvPr id="223" name="Text 221"/>
          <p:cNvSpPr/>
          <p:nvPr/>
        </p:nvSpPr>
        <p:spPr>
          <a:xfrm>
            <a:off x="1371600" y="1189366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224" name="Text 222"/>
          <p:cNvSpPr/>
          <p:nvPr/>
        </p:nvSpPr>
        <p:spPr>
          <a:xfrm>
            <a:off x="914400" y="213119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94CC"/>
                </a:solidFill>
              </a:rPr>
              <a:t>Built with Whisper AI · Python · HTML · Open-source ASL Dictionary</a:t>
            </a:r>
            <a:endParaRPr lang="en-US" sz="1300" dirty="0"/>
          </a:p>
        </p:txBody>
      </p:sp>
      <p:sp>
        <p:nvSpPr>
          <p:cNvPr id="225" name="Shape 223"/>
          <p:cNvSpPr/>
          <p:nvPr/>
        </p:nvSpPr>
        <p:spPr>
          <a:xfrm>
            <a:off x="2011680" y="2716414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7C6DFA">
              <a:alpha val="25000"/>
            </a:srgbClr>
          </a:solidFill>
          <a:ln w="635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24"/>
          <p:cNvSpPr/>
          <p:nvPr/>
        </p:nvSpPr>
        <p:spPr>
          <a:xfrm>
            <a:off x="2011680" y="271641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6DFA"/>
                </a:solidFill>
              </a:rPr>
              <a:t>🤖 Whisper AI</a:t>
            </a:r>
            <a:endParaRPr lang="en-US" sz="1100" dirty="0"/>
          </a:p>
        </p:txBody>
      </p:sp>
      <p:sp>
        <p:nvSpPr>
          <p:cNvPr id="227" name="Shape 225"/>
          <p:cNvSpPr/>
          <p:nvPr/>
        </p:nvSpPr>
        <p:spPr>
          <a:xfrm>
            <a:off x="3840480" y="2716414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7C6DFA">
              <a:alpha val="25000"/>
            </a:srgbClr>
          </a:solidFill>
          <a:ln w="635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226"/>
          <p:cNvSpPr/>
          <p:nvPr/>
        </p:nvSpPr>
        <p:spPr>
          <a:xfrm>
            <a:off x="3840480" y="271641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6DFA"/>
                </a:solidFill>
              </a:rPr>
              <a:t>🐍 Python</a:t>
            </a:r>
            <a:endParaRPr lang="en-US" sz="1100" dirty="0"/>
          </a:p>
        </p:txBody>
      </p:sp>
      <p:sp>
        <p:nvSpPr>
          <p:cNvPr id="229" name="Shape 227"/>
          <p:cNvSpPr/>
          <p:nvPr/>
        </p:nvSpPr>
        <p:spPr>
          <a:xfrm>
            <a:off x="5669280" y="2722858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7C6DFA">
              <a:alpha val="25000"/>
            </a:srgbClr>
          </a:solidFill>
          <a:ln w="6350">
            <a:solidFill>
              <a:srgbClr val="7C6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228"/>
          <p:cNvSpPr/>
          <p:nvPr/>
        </p:nvSpPr>
        <p:spPr>
          <a:xfrm>
            <a:off x="5669280" y="271641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6DFA"/>
                </a:solidFill>
              </a:rPr>
              <a:t>🤟 ASL Signs</a:t>
            </a:r>
            <a:endParaRPr lang="en-US" sz="1100" dirty="0"/>
          </a:p>
        </p:txBody>
      </p:sp>
      <p:sp>
        <p:nvSpPr>
          <p:cNvPr id="231" name="Text 229"/>
          <p:cNvSpPr/>
          <p:nvPr/>
        </p:nvSpPr>
        <p:spPr>
          <a:xfrm>
            <a:off x="739305" y="324676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66"/>
                </a:solidFill>
              </a:rPr>
              <a:t>|  Sign Language Viewer Project   |</a:t>
            </a:r>
            <a:endParaRPr lang="en-US" sz="11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864260C-77CB-09C6-0E18-6A8A10A6AF18}"/>
              </a:ext>
            </a:extLst>
          </p:cNvPr>
          <p:cNvSpPr txBox="1"/>
          <p:nvPr/>
        </p:nvSpPr>
        <p:spPr>
          <a:xfrm>
            <a:off x="2015544" y="20606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501</Words>
  <Application>Microsoft Macintosh PowerPoint</Application>
  <PresentationFormat>On-screen Show (16:9)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ASL Sign Language Viewer</dc:title>
  <dc:subject>PptxGenJS Presentation</dc:subject>
  <dc:creator>PptxGenJS</dc:creator>
  <cp:lastModifiedBy>Hariharan B</cp:lastModifiedBy>
  <cp:revision>6</cp:revision>
  <dcterms:created xsi:type="dcterms:W3CDTF">2026-03-22T01:33:16Z</dcterms:created>
  <dcterms:modified xsi:type="dcterms:W3CDTF">2026-03-23T11:36:22Z</dcterms:modified>
</cp:coreProperties>
</file>